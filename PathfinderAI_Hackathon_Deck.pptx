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ARTPARK CODEFORGE HACKATHON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PATHFINDER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12618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011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· Explainable · Adaptive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487168"/>
            <a:ext cx="4389120" cy="1463040"/>
          </a:xfrm>
          <a:prstGeom prst="rect">
            <a:avLst/>
          </a:prstGeom>
          <a:solidFill>
            <a:srgbClr val="0D152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2871216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onboarding uses static, one-size-fits-all curricula. Experienced hires waste time on known concepts; beginners are overwhelmed by advanced modules.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365760"/>
            <a:ext cx="3931920" cy="1325880"/>
          </a:xfrm>
          <a:prstGeom prst="rect">
            <a:avLst/>
          </a:prstGeom>
          <a:solidFill>
            <a:srgbClr val="111C3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365760"/>
            <a:ext cx="54864" cy="1325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502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Deterministic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12080" y="91440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decisions coded in Python — zero LLM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874520"/>
            <a:ext cx="3931920" cy="1325880"/>
          </a:xfrm>
          <a:prstGeom prst="rect">
            <a:avLst/>
          </a:prstGeom>
          <a:solidFill>
            <a:srgbClr val="111C3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0" y="1874520"/>
            <a:ext cx="54864" cy="13258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116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Explainable Trace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42316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ranking decision exposed with numeric proof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383280"/>
            <a:ext cx="3931920" cy="1325880"/>
          </a:xfrm>
          <a:prstGeom prst="rect">
            <a:avLst/>
          </a:prstGeom>
          <a:solidFill>
            <a:srgbClr val="111C30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0" y="3383280"/>
            <a:ext cx="54864" cy="13258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520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Adaptive Simulation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39319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/ Intermediate / Advanced recomputation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&amp;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13258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JD 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1554480" y="166420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91056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91640" y="1005840"/>
            <a:ext cx="1325880" cy="1325880"/>
          </a:xfrm>
          <a:prstGeom prst="rect">
            <a:avLst/>
          </a:prstGeom>
          <a:solidFill>
            <a:srgbClr val="0D20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691640" y="1005840"/>
            <a:ext cx="132588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ONLY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017520" y="166420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54680" y="1005840"/>
            <a:ext cx="1325880" cy="1325880"/>
          </a:xfrm>
          <a:prstGeom prst="rect">
            <a:avLst/>
          </a:prstGeom>
          <a:solidFill>
            <a:srgbClr val="1A201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005840"/>
            <a:ext cx="132588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0040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480560" y="166420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17136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005840"/>
            <a:ext cx="1325880" cy="1325880"/>
          </a:xfrm>
          <a:prstGeom prst="rect">
            <a:avLst/>
          </a:prstGeom>
          <a:solidFill>
            <a:srgbClr val="1A1035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005840"/>
            <a:ext cx="13258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Engine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KAHN'S TOPO SORT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43600" y="166420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0176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1005840"/>
            <a:ext cx="1325880" cy="1325880"/>
          </a:xfrm>
          <a:prstGeom prst="rect">
            <a:avLst/>
          </a:prstGeom>
          <a:solidFill>
            <a:srgbClr val="0D2018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005840"/>
            <a:ext cx="13258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Path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ALGORITHM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406640" y="1664208"/>
            <a:ext cx="13716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15727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543800" y="1005840"/>
            <a:ext cx="1325880" cy="1325880"/>
          </a:xfrm>
          <a:prstGeom prst="rect">
            <a:avLst/>
          </a:prstGeom>
          <a:solidFill>
            <a:srgbClr val="1A254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005840"/>
            <a:ext cx="132588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16952" y="11704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UI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89520" y="1847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LIVE STREAM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274320" y="2606040"/>
            <a:ext cx="4114800" cy="224028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LLM Boundary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5720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used ONLY for: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Resume skill extraction (levels 1–10)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JD skill extraction (levels + importance)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4306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LLM involvement in any decision logic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2606040"/>
            <a:ext cx="4114800" cy="2240280"/>
          </a:xfrm>
          <a:prstGeom prst="rect">
            <a:avLst/>
          </a:prstGeom>
          <a:solidFill>
            <a:srgbClr val="0D152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937760" y="2697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Decision Engine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937760" y="31272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is deterministic Python: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937760" y="3520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priority_score = (gap×0.6)+(importance×0.4)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3776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Topological sort enforces prerequisites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937760" y="430682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Simulation adjusts levels ±2, recomputes all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9319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3840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389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1700784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048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34440" y="2048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359152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706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v1beta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0175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3444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(deterministic)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3675888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3444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max output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914400"/>
            <a:ext cx="2743200" cy="3931920"/>
          </a:xfrm>
          <a:prstGeom prst="rect">
            <a:avLst/>
          </a:prstGeom>
          <a:solidFill>
            <a:srgbClr val="0D152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914400"/>
            <a:ext cx="274320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10712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0" y="1389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0.115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0712" y="1700784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2048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2048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10712" y="2359152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2706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2706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4.3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10712" y="30175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0.28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10712" y="3675888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10712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20624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(Server-Sent Events)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914400"/>
            <a:ext cx="2743200" cy="3840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95097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82512" y="13898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78040" y="1389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formula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82512" y="1700784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82512" y="20482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78040" y="20482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Kahn's BFS topo sort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382512" y="2359152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2706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178040" y="27066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+ partial fuzzy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382512" y="3017520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3649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178040" y="3364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 level offset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82512" y="3675888"/>
            <a:ext cx="242316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Est.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78040" y="4023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× hours/level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decision logic is pure Python — Gemini is strictly isolated to skill extraction. No LLM is involved in scoring, ranking, or roadmap generation.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ALGORITHMS &amp; ADAPTIVE LOGIC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5029200" cy="1170432"/>
          </a:xfrm>
          <a:prstGeom prst="rect">
            <a:avLst/>
          </a:prstGeom>
          <a:solidFill>
            <a:srgbClr val="0A1F35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 FORMULA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priority_score  =  (gap × 0.6)  +  (importance × 0.4)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required_level − user_level   |   importance from JD (1–10)   |   range: 0.0 – 10.0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841248"/>
            <a:ext cx="3383280" cy="1170432"/>
          </a:xfrm>
          <a:prstGeom prst="rect">
            <a:avLst/>
          </a:prstGeom>
          <a:solidFill>
            <a:srgbClr val="0D152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8961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CLASSIFICATION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669280" y="1207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≤ 0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55080" y="12070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95160" y="12070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qualified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69280" y="1408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1–3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140817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95160" y="14081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per level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69280" y="16093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4–6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355080" y="16093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95160" y="16093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per level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7+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55080" y="18105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95160" y="1810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 per level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240280"/>
            <a:ext cx="278892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1148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⛓ Dependency Engine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1480" y="2715768"/>
            <a:ext cx="2514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8163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skill prerequisite pairs defined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Kahn's BFS topological sort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Guarantees: Python before ML before DL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11480" y="42428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Chains: Python → ML → Deep Learning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46120" y="2240280"/>
            <a:ext cx="278892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8328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Simulation Engine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83280" y="2715768"/>
            <a:ext cx="2514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28163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→  all levels − 2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8328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→  no change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8328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→  all levels + 2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83280" y="42428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recomputed on toggle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2240280"/>
            <a:ext cx="2788920" cy="2651760"/>
          </a:xfrm>
          <a:prstGeom prst="rect">
            <a:avLst/>
          </a:prstGeom>
          <a:solidFill>
            <a:srgbClr val="0D1526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55080" y="23317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Explainable Trace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55080" y="2715768"/>
            <a:ext cx="2514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8163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0, req 7 → gap 7 → imp 9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55080" y="3291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score 8.2 → rank #1 → master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5508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56h estimated → prereqs ordered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55080" y="42428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exposed in the UI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DATASETS &amp;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4114800" cy="40233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32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USED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6576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44752"/>
            <a:ext cx="3749040" cy="914400"/>
          </a:xfrm>
          <a:prstGeom prst="rect">
            <a:avLst/>
          </a:prstGeom>
          <a:solidFill>
            <a:srgbClr val="111C30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44752"/>
            <a:ext cx="54864" cy="9144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36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O*NET Database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105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onetcenter.org/db_releases.html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02082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taxonomy, occupational requirements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3749040" cy="914400"/>
          </a:xfrm>
          <a:prstGeom prst="rect">
            <a:avLst/>
          </a:prstGeom>
          <a:solidFill>
            <a:srgbClr val="111C30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42032"/>
            <a:ext cx="54864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334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Resume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077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 — snehaanbhawal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11810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structure &amp; skill distribution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3749040" cy="914400"/>
          </a:xfrm>
          <a:prstGeom prst="rect">
            <a:avLst/>
          </a:prstGeom>
          <a:solidFill>
            <a:srgbClr val="111C30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39312"/>
            <a:ext cx="54864" cy="9144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307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Jobs Dataset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0050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kaggle — kshitizregmi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" y="4215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vocabulary &amp; role-skill mapping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841248"/>
            <a:ext cx="4297680" cy="4023360"/>
          </a:xfrm>
          <a:prstGeom prst="rect">
            <a:avLst/>
          </a:prstGeom>
          <a:solidFill>
            <a:srgbClr val="0D1526"/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932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VALIDATION METRICS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1298448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4173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Coverage %: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82512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covered_gaps / total_jd_skills × 100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709928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9933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Priority Score: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82512" y="19933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mean(gap×0.6 + importance×0.4)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286000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569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Score %: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382512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correct_prereq_pairs / total_pairs × 100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862072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1455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82512" y="31455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gaps_covered / modules_selected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438144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7216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82512" y="3721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gaps_covered / total_gap_skills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00600" y="4014216"/>
            <a:ext cx="384048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2976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82512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× precision × recall / (P + R)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1032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PathfinderAI v3  ·  ARTPARK CodeForge Hackathon  ·  Deterministic Skill Gap Engine  ·  Gemini 2.5 Flash  ·  FastAPI  ·  Python 3.11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PathfinderAI — ARTPARK CodeForge Hackathon</dc:title>
  <dc:subject>PptxGenJS Presentation</dc:subject>
  <dc:creator>PptxGenJS</dc:creator>
  <cp:lastModifiedBy>PptxGenJS</cp:lastModifiedBy>
  <cp:revision>1</cp:revision>
  <dcterms:created xsi:type="dcterms:W3CDTF">2026-03-20T07:31:18Z</dcterms:created>
  <dcterms:modified xsi:type="dcterms:W3CDTF">2026-03-20T07:31:18Z</dcterms:modified>
</cp:coreProperties>
</file>